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3" r:id="rId1"/>
  </p:sldMasterIdLst>
  <p:sldIdLst>
    <p:sldId id="293" r:id="rId2"/>
    <p:sldId id="294" r:id="rId3"/>
    <p:sldId id="295" r:id="rId4"/>
    <p:sldId id="296" r:id="rId5"/>
    <p:sldId id="297" r:id="rId6"/>
    <p:sldId id="298" r:id="rId7"/>
    <p:sldId id="304" r:id="rId8"/>
    <p:sldId id="305" r:id="rId9"/>
    <p:sldId id="299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56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102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58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0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39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3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3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7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5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8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7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EB34423-CFEA-4047-9980-29EAEA87A57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61B48C-B81B-40FC-8D41-7EEEEF4F630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27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Classes and Pointers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 class has a pointer member variable, then most probably it will be used for dynamic memory. For example</a:t>
            </a:r>
          </a:p>
          <a:p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pointerDataClass</a:t>
            </a:r>
            <a:endParaRPr lang="en-US" sz="18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lenP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*p;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cs typeface="Courier New" panose="02070309020205020404" pitchFamily="49" charset="0"/>
              </a:rPr>
              <a:t>Consider two objects of above class: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ch03-f-020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832" y="4431631"/>
            <a:ext cx="5931627" cy="118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1551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dynamic memory allocation, the pointer member will refer to the allocated memory</a:t>
            </a:r>
          </a:p>
        </p:txBody>
      </p:sp>
      <p:pic>
        <p:nvPicPr>
          <p:cNvPr id="4" name="Picture 5" descr="ch03-f-02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978" y="2793111"/>
            <a:ext cx="5240272" cy="172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76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classes having pointer(s) as member, the class need to provide following functionalities</a:t>
            </a:r>
          </a:p>
          <a:p>
            <a:r>
              <a:rPr lang="en-US" dirty="0"/>
              <a:t>1. Destructor</a:t>
            </a:r>
          </a:p>
          <a:p>
            <a:r>
              <a:rPr lang="en-US" dirty="0"/>
              <a:t>2. Assignment Operator Overloading </a:t>
            </a:r>
          </a:p>
          <a:p>
            <a:r>
              <a:rPr lang="en-US" dirty="0"/>
              <a:t>3. Copy Constructor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A61AB-04A7-4AEF-A1A9-B6D9DB2A9F99}"/>
              </a:ext>
            </a:extLst>
          </p:cNvPr>
          <p:cNvSpPr/>
          <p:nvPr/>
        </p:nvSpPr>
        <p:spPr>
          <a:xfrm>
            <a:off x="2670063" y="2182879"/>
            <a:ext cx="426770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← to avoid memory leak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A1A930-746B-7708-4474-CC6226755C8B}"/>
              </a:ext>
            </a:extLst>
          </p:cNvPr>
          <p:cNvSpPr/>
          <p:nvPr/>
        </p:nvSpPr>
        <p:spPr>
          <a:xfrm>
            <a:off x="4921862" y="2529453"/>
            <a:ext cx="422346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to avoid shallow copy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134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following object goes out of scope, what will happen?</a:t>
            </a:r>
          </a:p>
          <a:p>
            <a:endParaRPr lang="en-US" dirty="0"/>
          </a:p>
        </p:txBody>
      </p:sp>
      <p:pic>
        <p:nvPicPr>
          <p:cNvPr id="4" name="Picture 5" descr="ch03-f-02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978" y="2793111"/>
            <a:ext cx="4239127" cy="1395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05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objects as shown here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we execute </a:t>
            </a: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objectTwo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objectOne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/>
              <a:t>Show the change to the above diagram</a:t>
            </a:r>
            <a:endParaRPr lang="en-US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5" name="Picture 6" descr="ch03-f-02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894" y="2362200"/>
            <a:ext cx="461219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ch03-f-02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990" y="4475017"/>
            <a:ext cx="5550568" cy="166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C7DB61-6C23-1323-2409-FAAB8A2C5307}"/>
              </a:ext>
            </a:extLst>
          </p:cNvPr>
          <p:cNvSpPr/>
          <p:nvPr/>
        </p:nvSpPr>
        <p:spPr>
          <a:xfrm>
            <a:off x="3261150" y="5284319"/>
            <a:ext cx="27873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Shallow copy -&gt;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76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9EF204-66EC-248B-BB8B-E9730D08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copy vs Deep copy</a:t>
            </a:r>
            <a:endParaRPr lang="en-PK" dirty="0"/>
          </a:p>
        </p:txBody>
      </p:sp>
      <p:pic>
        <p:nvPicPr>
          <p:cNvPr id="5" name="Picture 8" descr="ch03-f-023">
            <a:extLst>
              <a:ext uri="{FF2B5EF4-FFF2-40B4-BE49-F238E27FC236}">
                <a16:creationId xmlns:a16="http://schemas.microsoft.com/office/drawing/2014/main" id="{899E9D4A-7AD4-9F94-F651-EF86FCA5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815" y="2264614"/>
            <a:ext cx="5550568" cy="166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E15A96-7BB0-74C8-561A-56F1736D1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815" y="3931163"/>
            <a:ext cx="8468907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2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EF90-FE85-8A20-F265-83087894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1745709"/>
          </a:xfrm>
        </p:spPr>
        <p:txBody>
          <a:bodyPr>
            <a:normAutofit/>
          </a:bodyPr>
          <a:lstStyle/>
          <a:p>
            <a:r>
              <a:rPr lang="en-US" sz="6600" dirty="0"/>
              <a:t>Solution</a:t>
            </a:r>
            <a:endParaRPr lang="en-PK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D8E76-5EE4-F149-970E-5D7304DE8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793294"/>
            <a:ext cx="100584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Assignment operator overloading</a:t>
            </a:r>
            <a:endParaRPr lang="en-PK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8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dirty="0"/>
              <a:t>Syntax to include copy constructor in the definition of a class</a:t>
            </a:r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otherObject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dirty="0"/>
          </a:p>
          <a:p>
            <a:r>
              <a:rPr lang="en-US" dirty="0"/>
              <a:t>Copy constructor is called either </a:t>
            </a:r>
          </a:p>
          <a:p>
            <a:pPr lvl="1"/>
            <a:r>
              <a:rPr lang="en-US" dirty="0"/>
              <a:t>When a new object is created with the value of existing object</a:t>
            </a:r>
          </a:p>
          <a:p>
            <a:pPr lvl="1"/>
            <a:r>
              <a:rPr lang="en-US" dirty="0"/>
              <a:t>When an object is passed as a parameter in a function as a pass by value</a:t>
            </a:r>
          </a:p>
          <a:p>
            <a:pPr lvl="1"/>
            <a:r>
              <a:rPr lang="en-US" dirty="0"/>
              <a:t>When some function return a class object</a:t>
            </a:r>
          </a:p>
        </p:txBody>
      </p:sp>
    </p:spTree>
    <p:extLst>
      <p:ext uri="{BB962C8B-B14F-4D97-AF65-F5344CB8AC3E}">
        <p14:creationId xmlns:p14="http://schemas.microsoft.com/office/powerpoint/2010/main" val="84658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For classes with pointer member variables, three things are normally included as discussed earlier: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400" dirty="0"/>
              <a:t>Include the destructor in the class.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400" dirty="0"/>
              <a:t>Overload the assignment operator for the class.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400" dirty="0"/>
              <a:t>Include the copy constructor</a:t>
            </a:r>
          </a:p>
          <a:p>
            <a:pPr marL="749808" lvl="1" indent="-457200">
              <a:buFont typeface="+mj-lt"/>
              <a:buAutoNum type="arabicPeriod"/>
            </a:pPr>
            <a:endParaRPr lang="en-US" sz="2400" dirty="0"/>
          </a:p>
          <a:p>
            <a:pPr marL="292608" lvl="1" indent="0">
              <a:buNone/>
            </a:pPr>
            <a:r>
              <a:rPr lang="en-US" sz="2400" dirty="0"/>
              <a:t>Lets Review the Link List class</a:t>
            </a:r>
          </a:p>
        </p:txBody>
      </p:sp>
    </p:spTree>
    <p:extLst>
      <p:ext uri="{BB962C8B-B14F-4D97-AF65-F5344CB8AC3E}">
        <p14:creationId xmlns:p14="http://schemas.microsoft.com/office/powerpoint/2010/main" val="18434809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16680</TotalTime>
  <Words>263</Words>
  <Application>Microsoft Macintosh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Courier New</vt:lpstr>
      <vt:lpstr>Retrospect</vt:lpstr>
      <vt:lpstr>Classes and Pointers</vt:lpstr>
      <vt:lpstr>Example</vt:lpstr>
      <vt:lpstr>Example</vt:lpstr>
      <vt:lpstr>Classes and Pointers</vt:lpstr>
      <vt:lpstr>1. Destructor</vt:lpstr>
      <vt:lpstr>Assignment</vt:lpstr>
      <vt:lpstr>Shallow copy vs Deep copy</vt:lpstr>
      <vt:lpstr>Solution</vt:lpstr>
      <vt:lpstr>3. Copy Constructor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</dc:title>
  <dc:creator>shahid qureshi</dc:creator>
  <cp:lastModifiedBy>Shahid Qureshi</cp:lastModifiedBy>
  <cp:revision>127</cp:revision>
  <dcterms:created xsi:type="dcterms:W3CDTF">2016-02-01T17:19:18Z</dcterms:created>
  <dcterms:modified xsi:type="dcterms:W3CDTF">2026-09-10T06:15:19Z</dcterms:modified>
</cp:coreProperties>
</file>