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2" r:id="rId3"/>
    <p:sldId id="258" r:id="rId4"/>
    <p:sldId id="263" r:id="rId5"/>
    <p:sldId id="287" r:id="rId6"/>
    <p:sldId id="283" r:id="rId7"/>
    <p:sldId id="265" r:id="rId8"/>
    <p:sldId id="268" r:id="rId9"/>
    <p:sldId id="270" r:id="rId10"/>
    <p:sldId id="264" r:id="rId11"/>
    <p:sldId id="281" r:id="rId12"/>
    <p:sldId id="266" r:id="rId13"/>
    <p:sldId id="269" r:id="rId14"/>
    <p:sldId id="278" r:id="rId15"/>
    <p:sldId id="279" r:id="rId16"/>
    <p:sldId id="286" r:id="rId17"/>
    <p:sldId id="261" r:id="rId18"/>
    <p:sldId id="28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680"/>
    <p:restoredTop sz="94780"/>
  </p:normalViewPr>
  <p:slideViewPr>
    <p:cSldViewPr snapToGrid="0">
      <p:cViewPr varScale="1">
        <p:scale>
          <a:sx n="71" d="100"/>
          <a:sy n="71" d="100"/>
        </p:scale>
        <p:origin x="176" y="5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5157A-B883-4C3F-A0E6-B24CE51FC88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6289-86D0-4F07-8ADC-4C2C5E187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707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5157A-B883-4C3F-A0E6-B24CE51FC88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6289-86D0-4F07-8ADC-4C2C5E187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441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5157A-B883-4C3F-A0E6-B24CE51FC88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6289-86D0-4F07-8ADC-4C2C5E187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42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5157A-B883-4C3F-A0E6-B24CE51FC88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6289-86D0-4F07-8ADC-4C2C5E187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370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5157A-B883-4C3F-A0E6-B24CE51FC88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6289-86D0-4F07-8ADC-4C2C5E187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844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5157A-B883-4C3F-A0E6-B24CE51FC88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6289-86D0-4F07-8ADC-4C2C5E187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439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5157A-B883-4C3F-A0E6-B24CE51FC88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6289-86D0-4F07-8ADC-4C2C5E187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022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5157A-B883-4C3F-A0E6-B24CE51FC88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6289-86D0-4F07-8ADC-4C2C5E187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423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5157A-B883-4C3F-A0E6-B24CE51FC88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6289-86D0-4F07-8ADC-4C2C5E187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456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5157A-B883-4C3F-A0E6-B24CE51FC88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6289-86D0-4F07-8ADC-4C2C5E187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33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5157A-B883-4C3F-A0E6-B24CE51FC88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F6289-86D0-4F07-8ADC-4C2C5E187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303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A5157A-B883-4C3F-A0E6-B24CE51FC88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BF6289-86D0-4F07-8ADC-4C2C5E187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776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Standard Template Library</a:t>
            </a:r>
            <a:br>
              <a:rPr lang="en-US" dirty="0"/>
            </a:br>
            <a:r>
              <a:rPr lang="en-US" dirty="0"/>
              <a:t>STL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461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D1BCE4A-883C-E098-9920-10156E4A9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dirty="0"/>
              <a:t>STL</a:t>
            </a:r>
            <a:endParaRPr lang="en-PK" sz="660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F558346-5841-73D4-F9DB-2389FF9BD9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662" y="1825625"/>
            <a:ext cx="5171090" cy="4351338"/>
          </a:xfrm>
        </p:spPr>
        <p:txBody>
          <a:bodyPr>
            <a:normAutofit/>
          </a:bodyPr>
          <a:lstStyle/>
          <a:p>
            <a:r>
              <a:rPr lang="en-US" sz="2400" b="0" i="0" dirty="0">
                <a:solidFill>
                  <a:srgbClr val="273239"/>
                </a:solidFill>
                <a:effectLst/>
                <a:latin typeface="Nunito" panose="020F0502020204030204" pitchFamily="2" charset="0"/>
              </a:rPr>
              <a:t>The Standard Template Library (STL) is a set of C++ template classes to provide common programming data structures and function,</a:t>
            </a:r>
          </a:p>
          <a:p>
            <a:pPr lvl="1"/>
            <a:r>
              <a:rPr lang="en-US" sz="2000" b="0" i="0" dirty="0">
                <a:solidFill>
                  <a:srgbClr val="273239"/>
                </a:solidFill>
                <a:effectLst/>
                <a:latin typeface="Nunito" panose="020F0502020204030204" pitchFamily="2" charset="0"/>
              </a:rPr>
              <a:t>such as lists, stacks, arrays, etc.</a:t>
            </a:r>
          </a:p>
          <a:p>
            <a:endParaRPr lang="en-US" sz="2400" dirty="0">
              <a:solidFill>
                <a:srgbClr val="273239"/>
              </a:solidFill>
              <a:latin typeface="Nunito" panose="020F0502020204030204" pitchFamily="2" charset="0"/>
            </a:endParaRPr>
          </a:p>
          <a:p>
            <a:r>
              <a:rPr lang="en-US" sz="2400" dirty="0">
                <a:solidFill>
                  <a:srgbClr val="273239"/>
                </a:solidFill>
                <a:latin typeface="Nunito" panose="020F0502020204030204" pitchFamily="2" charset="0"/>
              </a:rPr>
              <a:t>It is a library of container classes, algorithms, and iterators.</a:t>
            </a:r>
            <a:endParaRPr lang="en-PK" sz="2400" dirty="0">
              <a:solidFill>
                <a:srgbClr val="273239"/>
              </a:solidFill>
              <a:latin typeface="Nunito" panose="020F0502020204030204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47CDE0-95A2-527E-07B7-FC9EAEC97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1559" y="2016700"/>
            <a:ext cx="5919213" cy="3407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80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Template Library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Three basic components of STL are:</a:t>
            </a:r>
          </a:p>
          <a:p>
            <a:pPr lvl="1"/>
            <a:r>
              <a:rPr lang="en-US" dirty="0"/>
              <a:t>containers</a:t>
            </a:r>
          </a:p>
          <a:p>
            <a:pPr lvl="1"/>
            <a:r>
              <a:rPr lang="en-US" dirty="0"/>
              <a:t>iterator</a:t>
            </a:r>
          </a:p>
          <a:p>
            <a:pPr lvl="1"/>
            <a:r>
              <a:rPr lang="en-US" dirty="0"/>
              <a:t>algorithm</a:t>
            </a:r>
          </a:p>
        </p:txBody>
      </p:sp>
      <p:pic>
        <p:nvPicPr>
          <p:cNvPr id="1026" name="Picture 2" descr="http://www.feliponcho.com/images/iterators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765" y="3655804"/>
            <a:ext cx="6255304" cy="2924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0448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Containers </a:t>
            </a:r>
          </a:p>
          <a:p>
            <a:pPr lvl="1"/>
            <a:r>
              <a:rPr lang="en-US" dirty="0"/>
              <a:t>container are template classes for data storage</a:t>
            </a:r>
          </a:p>
          <a:p>
            <a:pPr lvl="1"/>
            <a:r>
              <a:rPr lang="en-US" dirty="0"/>
              <a:t>many types of containers exist</a:t>
            </a:r>
          </a:p>
          <a:p>
            <a:pPr lvl="1"/>
            <a:r>
              <a:rPr lang="en-US" dirty="0"/>
              <a:t>e.g., list for link list, vector for arrays and many more</a:t>
            </a:r>
          </a:p>
          <a:p>
            <a:r>
              <a:rPr lang="en-US" dirty="0"/>
              <a:t>Iterators</a:t>
            </a:r>
          </a:p>
          <a:p>
            <a:pPr lvl="1"/>
            <a:r>
              <a:rPr lang="en-US" dirty="0"/>
              <a:t>Iterators are kind of pointers of STL</a:t>
            </a:r>
          </a:p>
          <a:p>
            <a:pPr lvl="1"/>
            <a:r>
              <a:rPr lang="en-US" dirty="0"/>
              <a:t>They are used to point to the individual data items in the container for reading or writing</a:t>
            </a:r>
          </a:p>
          <a:p>
            <a:r>
              <a:rPr lang="en-US" dirty="0"/>
              <a:t>Algorithms</a:t>
            </a:r>
          </a:p>
          <a:p>
            <a:pPr lvl="1"/>
            <a:r>
              <a:rPr lang="en-US" dirty="0"/>
              <a:t>to be discussed later on</a:t>
            </a:r>
          </a:p>
        </p:txBody>
      </p:sp>
    </p:spTree>
    <p:extLst>
      <p:ext uri="{BB962C8B-B14F-4D97-AF65-F5344CB8AC3E}">
        <p14:creationId xmlns:p14="http://schemas.microsoft.com/office/powerpoint/2010/main" val="1771008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ists In STL">
            <a:extLst>
              <a:ext uri="{FF2B5EF4-FFF2-40B4-BE49-F238E27FC236}">
                <a16:creationId xmlns:a16="http://schemas.microsoft.com/office/drawing/2014/main" id="{B450CE9B-81A0-9AB8-7059-50BEB48FA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181" y="1048070"/>
            <a:ext cx="8463598" cy="476186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BB5CC34-10C3-8BD7-8248-E337F7E287DB}"/>
              </a:ext>
            </a:extLst>
          </p:cNvPr>
          <p:cNvSpPr/>
          <p:nvPr/>
        </p:nvSpPr>
        <p:spPr>
          <a:xfrm>
            <a:off x="4123765" y="5289176"/>
            <a:ext cx="3478306" cy="26894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650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03A5F-2F8D-CF6B-5451-266D1A5F9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6876E1-6F1B-F0B0-DABE-5FE74449AE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196" y="0"/>
            <a:ext cx="95916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768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list member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push_back</a:t>
            </a:r>
            <a:r>
              <a:rPr lang="en-US" dirty="0"/>
              <a:t>(data);</a:t>
            </a:r>
          </a:p>
          <a:p>
            <a:pPr lvl="1"/>
            <a:r>
              <a:rPr lang="en-US" dirty="0"/>
              <a:t>inserts data at the end </a:t>
            </a:r>
          </a:p>
          <a:p>
            <a:r>
              <a:rPr lang="en-US" dirty="0" err="1"/>
              <a:t>push_front</a:t>
            </a:r>
            <a:r>
              <a:rPr lang="en-US" dirty="0"/>
              <a:t>(data);</a:t>
            </a:r>
          </a:p>
          <a:p>
            <a:pPr lvl="1"/>
            <a:r>
              <a:rPr lang="en-US" dirty="0"/>
              <a:t>inserts data at the front</a:t>
            </a:r>
          </a:p>
          <a:p>
            <a:r>
              <a:rPr lang="en-US" dirty="0" err="1"/>
              <a:t>pop_back</a:t>
            </a:r>
            <a:r>
              <a:rPr lang="en-US" dirty="0"/>
              <a:t>( );</a:t>
            </a:r>
          </a:p>
          <a:p>
            <a:pPr lvl="1"/>
            <a:r>
              <a:rPr lang="en-US" dirty="0"/>
              <a:t>deletes the last node</a:t>
            </a:r>
          </a:p>
          <a:p>
            <a:r>
              <a:rPr lang="en-US" dirty="0" err="1"/>
              <a:t>pop_front</a:t>
            </a:r>
            <a:r>
              <a:rPr lang="en-US" dirty="0"/>
              <a:t>( );</a:t>
            </a:r>
          </a:p>
          <a:p>
            <a:pPr lvl="1"/>
            <a:r>
              <a:rPr lang="en-US" dirty="0" err="1"/>
              <a:t>deltes</a:t>
            </a:r>
            <a:r>
              <a:rPr lang="en-US" dirty="0"/>
              <a:t> the first node</a:t>
            </a:r>
          </a:p>
          <a:p>
            <a:r>
              <a:rPr lang="en-US" dirty="0"/>
              <a:t>Front()</a:t>
            </a:r>
          </a:p>
          <a:p>
            <a:pPr lvl="1"/>
            <a:r>
              <a:rPr lang="en-US" dirty="0"/>
              <a:t>returns the data in the first node</a:t>
            </a:r>
          </a:p>
          <a:p>
            <a:r>
              <a:rPr lang="en-US" dirty="0"/>
              <a:t>Back()</a:t>
            </a:r>
          </a:p>
          <a:p>
            <a:pPr lvl="1"/>
            <a:r>
              <a:rPr lang="en-US" dirty="0"/>
              <a:t>returns the data in the last node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1937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793" y="1858780"/>
            <a:ext cx="2923082" cy="1648918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33985"/>
          <a:stretch/>
        </p:blipFill>
        <p:spPr>
          <a:xfrm>
            <a:off x="3602636" y="0"/>
            <a:ext cx="8589364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142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insert(position, value);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erase(position)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8295" y="4372928"/>
            <a:ext cx="8267062" cy="13877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741" y="2302971"/>
            <a:ext cx="5735699" cy="1547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26572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35145"/>
            <a:ext cx="10515600" cy="1325563"/>
          </a:xfrm>
        </p:spPr>
        <p:txBody>
          <a:bodyPr/>
          <a:lstStyle/>
          <a:p>
            <a:r>
              <a:rPr lang="en-US" dirty="0"/>
              <a:t>iterator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578" y="1660708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	list&lt;</a:t>
            </a:r>
            <a:r>
              <a:rPr lang="en-US" dirty="0" err="1"/>
              <a:t>int</a:t>
            </a:r>
            <a:r>
              <a:rPr lang="en-US" dirty="0"/>
              <a:t>&gt; </a:t>
            </a:r>
            <a:r>
              <a:rPr lang="en-US" dirty="0" err="1"/>
              <a:t>intlist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list&lt;</a:t>
            </a:r>
            <a:r>
              <a:rPr lang="en-US" dirty="0" err="1"/>
              <a:t>int</a:t>
            </a:r>
            <a:r>
              <a:rPr lang="en-US" dirty="0"/>
              <a:t>&gt;::iterator </a:t>
            </a:r>
            <a:r>
              <a:rPr lang="en-US" dirty="0" err="1"/>
              <a:t>intlistitr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Iterators can be initialized using list functions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intlistitr</a:t>
            </a:r>
            <a:r>
              <a:rPr lang="en-US" dirty="0"/>
              <a:t> = </a:t>
            </a:r>
            <a:r>
              <a:rPr lang="en-US" dirty="0" err="1"/>
              <a:t>intlist.begin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	now the iterator point to the first element of the list</a:t>
            </a:r>
          </a:p>
          <a:p>
            <a:r>
              <a:rPr lang="en-US" dirty="0" err="1"/>
              <a:t>intlistitr</a:t>
            </a:r>
            <a:r>
              <a:rPr lang="en-US" dirty="0"/>
              <a:t>++</a:t>
            </a:r>
          </a:p>
          <a:p>
            <a:pPr lvl="1"/>
            <a:r>
              <a:rPr lang="en-US" dirty="0"/>
              <a:t>it will take the iterator to the next object</a:t>
            </a:r>
          </a:p>
          <a:p>
            <a:r>
              <a:rPr lang="en-US" dirty="0"/>
              <a:t>*</a:t>
            </a:r>
            <a:r>
              <a:rPr lang="en-US" dirty="0" err="1"/>
              <a:t>intlistitr</a:t>
            </a:r>
            <a:endParaRPr lang="en-US" dirty="0"/>
          </a:p>
          <a:p>
            <a:pPr lvl="1"/>
            <a:r>
              <a:rPr lang="en-US" dirty="0"/>
              <a:t>dereferencing the iterator to access the data</a:t>
            </a:r>
          </a:p>
          <a:p>
            <a:r>
              <a:rPr lang="en-US" dirty="0"/>
              <a:t>advance(</a:t>
            </a:r>
            <a:r>
              <a:rPr lang="en-US" dirty="0" err="1"/>
              <a:t>itr</a:t>
            </a:r>
            <a:r>
              <a:rPr lang="en-US" dirty="0"/>
              <a:t>, steps)</a:t>
            </a:r>
          </a:p>
          <a:p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716504" y="6012046"/>
            <a:ext cx="4523874" cy="4924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 Incrementing itr2 by 3 positions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advance(itr2, 3);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561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656" y="49814"/>
            <a:ext cx="10515600" cy="1325563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2977056" y="1166069"/>
            <a:ext cx="5725509" cy="53553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list&lt;int&gt; </a:t>
            </a:r>
            <a:r>
              <a:rPr kumimoji="0" 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int_list</a:t>
            </a: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int_list.push_back</a:t>
            </a: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(1);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int_list.push_back</a:t>
            </a: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(1);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int_list.push_back</a:t>
            </a: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(8);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int_list.push_back</a:t>
            </a: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(9);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int_list.push_back</a:t>
            </a: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(7);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int_list.push_back</a:t>
            </a: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(8);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int_list.push_back</a:t>
            </a: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(2);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int_list.push_back</a:t>
            </a: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(3);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int_list.push_back</a:t>
            </a: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(3);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list&lt;</a:t>
            </a:r>
            <a:r>
              <a:rPr kumimoji="0" 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&gt;::iterator </a:t>
            </a:r>
            <a:r>
              <a:rPr kumimoji="0" 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list_iter</a:t>
            </a: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list_iter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int_list.begin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list_iter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list_iter</a:t>
            </a:r>
            <a:r>
              <a:rPr kumimoji="0" 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int_list.insert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list_iter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100);</a:t>
            </a:r>
            <a:endParaRPr kumimoji="0" 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&lt;&lt;*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list_iter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5163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656" y="49814"/>
            <a:ext cx="10515600" cy="1325563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538656" y="1372112"/>
            <a:ext cx="9565439" cy="458587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list&lt;int&gt; </a:t>
            </a:r>
            <a:r>
              <a:rPr kumimoji="0" 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int_list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int_list.push_back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(1);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int_list.push_back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(1);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int_list.push_back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(8);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int_list.push_back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(9);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int_list.push_back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(7);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int_list.push_back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(8);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int_list.push_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front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(2);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int_list.push_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front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(3);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int_list.push_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front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(3);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0" 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nt_list.pop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_back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0" 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nt_list.pop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_front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list&lt;</a:t>
            </a:r>
            <a:r>
              <a:rPr kumimoji="0" 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&gt;::iterator </a:t>
            </a:r>
            <a:r>
              <a:rPr kumimoji="0" 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list_iter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for(</a:t>
            </a:r>
            <a:r>
              <a:rPr kumimoji="0" 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list_iter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kumimoji="0" 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int_list.begin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  <a:r>
              <a:rPr kumimoji="0" 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list_iter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!= </a:t>
            </a:r>
            <a:r>
              <a:rPr kumimoji="0" 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int_list.end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  <a:r>
              <a:rPr kumimoji="0" 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list_iter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++)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kumimoji="0" 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&lt;&lt;*</a:t>
            </a:r>
            <a:r>
              <a:rPr kumimoji="0" 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list_iter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kumimoji="0" 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en-US" sz="3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1314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Operator overloaded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148" y="1613535"/>
            <a:ext cx="8210550" cy="492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5946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merge()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54999" t="53276" b="25482"/>
          <a:stretch/>
        </p:blipFill>
        <p:spPr>
          <a:xfrm>
            <a:off x="380216" y="2643591"/>
            <a:ext cx="4255329" cy="197653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216" y="1572594"/>
            <a:ext cx="3743192" cy="8581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8FCA36-3877-4C46-C5DE-2047A303800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9473"/>
          <a:stretch/>
        </p:blipFill>
        <p:spPr>
          <a:xfrm>
            <a:off x="5337335" y="1280784"/>
            <a:ext cx="6697010" cy="39200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F731192-F102-5FB5-553D-0ABBE03129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2678" y="5738059"/>
            <a:ext cx="2953162" cy="38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3505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PK" dirty="0"/>
              <a:t>sort()		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917" y="83130"/>
            <a:ext cx="6148876" cy="645747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654131"/>
            <a:ext cx="5480589" cy="2168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813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32E97-AC12-03B7-79B0-88803ADD6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157248" cy="4396061"/>
          </a:xfrm>
        </p:spPr>
        <p:txBody>
          <a:bodyPr/>
          <a:lstStyle/>
          <a:p>
            <a:r>
              <a:rPr lang="en-US" dirty="0"/>
              <a:t>splice</a:t>
            </a:r>
            <a:endParaRPr lang="en-P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07B4E2-9D69-F439-7378-50AF19873EFE}"/>
              </a:ext>
            </a:extLst>
          </p:cNvPr>
          <p:cNvSpPr txBox="1"/>
          <p:nvPr/>
        </p:nvSpPr>
        <p:spPr>
          <a:xfrm>
            <a:off x="4792717" y="197346"/>
            <a:ext cx="7115503" cy="64633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#include &lt;iostream&gt;</a:t>
            </a:r>
          </a:p>
          <a:p>
            <a:r>
              <a:rPr lang="en-US" dirty="0"/>
              <a:t>#include &lt;list&gt;</a:t>
            </a:r>
          </a:p>
          <a:p>
            <a:r>
              <a:rPr lang="en-US" dirty="0"/>
              <a:t>using namespace std;</a:t>
            </a:r>
          </a:p>
          <a:p>
            <a:endParaRPr lang="en-US" dirty="0"/>
          </a:p>
          <a:p>
            <a:r>
              <a:rPr lang="en-US" dirty="0"/>
              <a:t>int main ()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list&lt;int&gt; list1 = {1,2,3,4};</a:t>
            </a:r>
          </a:p>
          <a:p>
            <a:r>
              <a:rPr lang="en-US" dirty="0"/>
              <a:t>    list&lt;int&gt; list2 = {5,6,7,8};</a:t>
            </a:r>
          </a:p>
          <a:p>
            <a:r>
              <a:rPr lang="en-US" dirty="0"/>
              <a:t>    list&lt;int&gt;::iterator it;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it = list1.begin();</a:t>
            </a:r>
          </a:p>
          <a:p>
            <a:r>
              <a:rPr lang="en-US" dirty="0"/>
              <a:t>    ++it;   //pointing to second position           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list1.splice(it, list2);</a:t>
            </a:r>
          </a:p>
          <a:p>
            <a:r>
              <a:rPr lang="en-US" dirty="0"/>
              <a:t>    /* transfer all elements of list2 at position 2 in list1 */</a:t>
            </a:r>
          </a:p>
          <a:p>
            <a:r>
              <a:rPr lang="en-US" dirty="0"/>
              <a:t>    /* now list1 is 1 5 6 7 8 2 3 4 and list2 is empty */</a:t>
            </a:r>
          </a:p>
          <a:p>
            <a:r>
              <a:rPr lang="en-US" dirty="0"/>
              <a:t>                                          </a:t>
            </a:r>
          </a:p>
          <a:p>
            <a:r>
              <a:rPr lang="en-US" dirty="0"/>
              <a:t>    list2.splice(list2.begin(), list1, it);</a:t>
            </a:r>
          </a:p>
          <a:p>
            <a:r>
              <a:rPr lang="en-US" dirty="0"/>
              <a:t>    /* transfer element pointed by it in list1 to the beginning of list2 */</a:t>
            </a:r>
          </a:p>
          <a:p>
            <a:r>
              <a:rPr lang="en-US" dirty="0"/>
              <a:t>    /* list2 is now 5 and list1 is 1 6 7 8 2 3 4*/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0067252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23" y="2512644"/>
            <a:ext cx="5978109" cy="434672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6968" y="106803"/>
            <a:ext cx="8257913" cy="466006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936075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03643-03D5-7755-5ED6-275B81668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2468563"/>
          </a:xfrm>
        </p:spPr>
        <p:txBody>
          <a:bodyPr/>
          <a:lstStyle/>
          <a:p>
            <a:pPr algn="ctr"/>
            <a:r>
              <a:rPr lang="en-US" dirty="0"/>
              <a:t>For complete list of list functions, visit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cppreference.com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5733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11909</TotalTime>
  <Words>768</Words>
  <Application>Microsoft Macintosh PowerPoint</Application>
  <PresentationFormat>Widescreen</PresentationFormat>
  <Paragraphs>121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Consolas</vt:lpstr>
      <vt:lpstr>Courier New</vt:lpstr>
      <vt:lpstr>Nunito</vt:lpstr>
      <vt:lpstr>Office Theme</vt:lpstr>
      <vt:lpstr>Standard Template Library STL</vt:lpstr>
      <vt:lpstr>STL</vt:lpstr>
      <vt:lpstr>Standard Template Library</vt:lpstr>
      <vt:lpstr>STL</vt:lpstr>
      <vt:lpstr>PowerPoint Presentation</vt:lpstr>
      <vt:lpstr>PowerPoint Presentation</vt:lpstr>
      <vt:lpstr>Some list member functions</vt:lpstr>
      <vt:lpstr>Example</vt:lpstr>
      <vt:lpstr>list functions</vt:lpstr>
      <vt:lpstr>iterator</vt:lpstr>
      <vt:lpstr>Example</vt:lpstr>
      <vt:lpstr>Example</vt:lpstr>
      <vt:lpstr>Relational Operator overloaded</vt:lpstr>
      <vt:lpstr>merge()</vt:lpstr>
      <vt:lpstr>sort()  </vt:lpstr>
      <vt:lpstr>splice</vt:lpstr>
      <vt:lpstr>PowerPoint Presentation</vt:lpstr>
      <vt:lpstr>For complete list of list functions, visit  cppreference.com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Standard Template Library STL</dc:title>
  <dc:creator>shahid qureshi</dc:creator>
  <cp:lastModifiedBy>Shahid Qureshi</cp:lastModifiedBy>
  <cp:revision>70</cp:revision>
  <dcterms:created xsi:type="dcterms:W3CDTF">2017-01-22T14:02:30Z</dcterms:created>
  <dcterms:modified xsi:type="dcterms:W3CDTF">2026-09-30T01:23:28Z</dcterms:modified>
</cp:coreProperties>
</file>