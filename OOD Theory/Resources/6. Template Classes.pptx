
<file path=[Content_Types].xml><?xml version="1.0" encoding="utf-8"?>
<Types xmlns="http://schemas.openxmlformats.org/package/2006/content-types"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09" autoAdjust="0"/>
    <p:restoredTop sz="94660"/>
  </p:normalViewPr>
  <p:slideViewPr>
    <p:cSldViewPr snapToGrid="0">
      <p:cViewPr varScale="1">
        <p:scale>
          <a:sx n="66" d="100"/>
          <a:sy n="66" d="100"/>
        </p:scale>
        <p:origin x="192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A726-2808-4FA8-8E81-141E35DDA289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FAD9-C7BC-43DB-880F-3AFD12A762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0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09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5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5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4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5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9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8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08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29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9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9634A-48F6-4FDE-89C5-7DD0A60E4D3F}" type="datetimeFigureOut">
              <a:rPr lang="en-US" smtClean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AFFAD-C2B8-4B5E-A76F-7087477706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7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chp2, p111-112</a:t>
            </a:r>
          </a:p>
        </p:txBody>
      </p:sp>
    </p:spTree>
    <p:extLst>
      <p:ext uri="{BB962C8B-B14F-4D97-AF65-F5344CB8AC3E}">
        <p14:creationId xmlns:p14="http://schemas.microsoft.com/office/powerpoint/2010/main" val="143722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single code segment for a set of related classes</a:t>
            </a:r>
          </a:p>
          <a:p>
            <a:r>
              <a:rPr lang="en-US" dirty="0"/>
              <a:t>Same template line before class definition as used in template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is a slight change to making an object of a template class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139" y="3401519"/>
            <a:ext cx="31051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21563" y="5486399"/>
            <a:ext cx="5473914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class_name&lt;data_type&gt;  object_name;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5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BB2B-EE72-5EF4-BC41-CA76F861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[chap03, page 170-186]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F050-21B6-AA84-8BEE-0578919F0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2157"/>
          </a:xfrm>
        </p:spPr>
        <p:txBody>
          <a:bodyPr/>
          <a:lstStyle/>
          <a:p>
            <a:r>
              <a:rPr lang="en-US" dirty="0"/>
              <a:t>Converting into a template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AB6C1-DA49-766F-23C5-B093A83BA55B}"/>
              </a:ext>
            </a:extLst>
          </p:cNvPr>
          <p:cNvSpPr txBox="1"/>
          <p:nvPr/>
        </p:nvSpPr>
        <p:spPr>
          <a:xfrm>
            <a:off x="838200" y="3535510"/>
            <a:ext cx="25561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200" dirty="0">
                <a:solidFill>
                  <a:srgbClr val="0B4F79"/>
                </a:solidFill>
                <a:effectLst/>
                <a:latin typeface="Menlo" panose="020B0609030804020204" pitchFamily="49" charset="0"/>
              </a:rPr>
              <a:t> intArrayList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*list;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length;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maxSize;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2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7A454-23F7-F079-6FFC-053F31C07F3E}"/>
              </a:ext>
            </a:extLst>
          </p:cNvPr>
          <p:cNvSpPr txBox="1"/>
          <p:nvPr/>
        </p:nvSpPr>
        <p:spPr>
          <a:xfrm>
            <a:off x="5964382" y="3262740"/>
            <a:ext cx="33181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en-US" sz="12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 &lt;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typename</a:t>
            </a:r>
            <a:r>
              <a:rPr lang="en-US" sz="12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 T&gt;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200" dirty="0">
                <a:solidFill>
                  <a:srgbClr val="0B4F79"/>
                </a:solidFill>
                <a:effectLst/>
                <a:latin typeface="Menlo" panose="020B0609030804020204" pitchFamily="49" charset="0"/>
              </a:rPr>
              <a:t> ArrayList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 *list;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length;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maxSize;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2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 x);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 x)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8545C82-FFE4-E3A3-B365-02A1B4165B86}"/>
              </a:ext>
            </a:extLst>
          </p:cNvPr>
          <p:cNvSpPr/>
          <p:nvPr/>
        </p:nvSpPr>
        <p:spPr>
          <a:xfrm>
            <a:off x="4066162" y="3949430"/>
            <a:ext cx="1264595" cy="3891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86A28-3CE6-1C33-85C9-419EC4A98C9B}"/>
              </a:ext>
            </a:extLst>
          </p:cNvPr>
          <p:cNvSpPr txBox="1">
            <a:spLocks/>
          </p:cNvSpPr>
          <p:nvPr/>
        </p:nvSpPr>
        <p:spPr>
          <a:xfrm>
            <a:off x="5964382" y="5201732"/>
            <a:ext cx="3733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(){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ArrayList &lt;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intList;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intList.insert(</a:t>
            </a:r>
            <a:r>
              <a:rPr lang="en-US" sz="12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45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intList.insert(</a:t>
            </a:r>
            <a:r>
              <a:rPr lang="en-US" sz="12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ArrayList &lt;</a:t>
            </a:r>
            <a:r>
              <a:rPr lang="en-US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floatList;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floatList.insert(</a:t>
            </a:r>
            <a:r>
              <a:rPr lang="en-US" sz="12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2.4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floatList.insert(</a:t>
            </a:r>
            <a:r>
              <a:rPr lang="en-US" sz="12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13.1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</a:t>
            </a:r>
          </a:p>
        </p:txBody>
      </p:sp>
    </p:spTree>
    <p:extLst>
      <p:ext uri="{BB962C8B-B14F-4D97-AF65-F5344CB8AC3E}">
        <p14:creationId xmlns:p14="http://schemas.microsoft.com/office/powerpoint/2010/main" val="253660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9053</TotalTime>
  <Words>183</Words>
  <Application>Microsoft Macintosh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Menlo</vt:lpstr>
      <vt:lpstr>Office Theme</vt:lpstr>
      <vt:lpstr>Template Classes</vt:lpstr>
      <vt:lpstr>template classes</vt:lpstr>
      <vt:lpstr>Example [chap03, page 170-186]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Classes</dc:title>
  <dc:creator>shahid qureshi</dc:creator>
  <cp:lastModifiedBy>Shahid Qureshi</cp:lastModifiedBy>
  <cp:revision>61</cp:revision>
  <dcterms:created xsi:type="dcterms:W3CDTF">2017-01-17T04:58:36Z</dcterms:created>
  <dcterms:modified xsi:type="dcterms:W3CDTF">2026-09-19T05:19:29Z</dcterms:modified>
</cp:coreProperties>
</file>