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7" r:id="rId2"/>
    <p:sldId id="271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77" autoAdjust="0"/>
    <p:restoredTop sz="94660"/>
  </p:normalViewPr>
  <p:slideViewPr>
    <p:cSldViewPr snapToGrid="0">
      <p:cViewPr varScale="1">
        <p:scale>
          <a:sx n="93" d="100"/>
          <a:sy n="93" d="100"/>
        </p:scale>
        <p:origin x="376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EA726-2808-4FA8-8E81-141E35DDA289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DFAD9-C7BC-43DB-880F-3AFD12A76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6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93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5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58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4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5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9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8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8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9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9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9634A-48F6-4FDE-89C5-7DD0A60E4D3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AFFAD-C2B8-4B5E-A76F-70874777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TEMPLATES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0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 concept can be applied to functions as well as classes</a:t>
            </a:r>
          </a:p>
          <a:p>
            <a:pPr lvl="1"/>
            <a:r>
              <a:rPr lang="en-US" dirty="0"/>
              <a:t>Template functions</a:t>
            </a:r>
          </a:p>
          <a:p>
            <a:pPr lvl="1"/>
            <a:r>
              <a:rPr lang="en-US" dirty="0"/>
              <a:t>Template Classes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01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Templates allows programmers to write a SINGLE functions for a set of related functions</a:t>
            </a:r>
          </a:p>
          <a:p>
            <a:r>
              <a:rPr lang="en-US" dirty="0"/>
              <a:t>Lets take an example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58452" y="4001294"/>
            <a:ext cx="6445250" cy="114300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2064350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8"/>
          <p:cNvSpPr/>
          <p:nvPr/>
        </p:nvSpPr>
        <p:spPr>
          <a:xfrm>
            <a:off x="5141626" y="2818151"/>
            <a:ext cx="944381" cy="13641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897439" y="4401541"/>
            <a:ext cx="3823792" cy="2106506"/>
          </a:xfrm>
          <a:prstGeom prst="rect">
            <a:avLst/>
          </a:prstGeom>
          <a:ln w="38100">
            <a:solidFill>
              <a:schemeClr val="accent5"/>
            </a:solidFill>
          </a:ln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91191" y="1455866"/>
            <a:ext cx="6445250" cy="114300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139807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template function will always start with a line as: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5"/>
                </a:solidFill>
              </a:rPr>
              <a:t>template </a:t>
            </a:r>
            <a:r>
              <a:rPr lang="en-US" dirty="0"/>
              <a:t>&lt;</a:t>
            </a:r>
            <a:r>
              <a:rPr lang="en-US" dirty="0">
                <a:solidFill>
                  <a:schemeClr val="accent5"/>
                </a:solidFill>
              </a:rPr>
              <a:t>class</a:t>
            </a:r>
            <a:r>
              <a:rPr lang="en-US" dirty="0"/>
              <a:t> Type&gt;</a:t>
            </a:r>
          </a:p>
          <a:p>
            <a:pPr marL="0" indent="0">
              <a:buNone/>
            </a:pPr>
            <a:r>
              <a:rPr lang="en-US" dirty="0"/>
              <a:t>		OR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5"/>
                </a:solidFill>
              </a:rPr>
              <a:t> template </a:t>
            </a:r>
            <a:r>
              <a:rPr lang="en-US" dirty="0"/>
              <a:t>&lt;</a:t>
            </a:r>
            <a:r>
              <a:rPr lang="en-US" dirty="0" err="1">
                <a:solidFill>
                  <a:schemeClr val="accent5"/>
                </a:solidFill>
              </a:rPr>
              <a:t>typename</a:t>
            </a:r>
            <a:r>
              <a:rPr lang="en-US" dirty="0"/>
              <a:t> Type&gt;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keyword </a:t>
            </a:r>
            <a:r>
              <a:rPr lang="en-US" dirty="0">
                <a:solidFill>
                  <a:schemeClr val="accent5"/>
                </a:solidFill>
              </a:rPr>
              <a:t>class</a:t>
            </a:r>
            <a:r>
              <a:rPr lang="en-US" dirty="0"/>
              <a:t> or </a:t>
            </a:r>
            <a:r>
              <a:rPr lang="en-US" dirty="0" err="1">
                <a:solidFill>
                  <a:schemeClr val="accent5"/>
                </a:solidFill>
              </a:rPr>
              <a:t>typename</a:t>
            </a:r>
            <a:r>
              <a:rPr lang="en-US" dirty="0"/>
              <a:t>  can be used interchangeably </a:t>
            </a:r>
          </a:p>
        </p:txBody>
      </p:sp>
    </p:spTree>
    <p:extLst>
      <p:ext uri="{BB962C8B-B14F-4D97-AF65-F5344CB8AC3E}">
        <p14:creationId xmlns:p14="http://schemas.microsoft.com/office/powerpoint/2010/main" val="408560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174" y="0"/>
            <a:ext cx="9245767" cy="6745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9803" y="1439056"/>
            <a:ext cx="2488367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Example 2.7</a:t>
            </a:r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09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081" y="143003"/>
            <a:ext cx="3900799" cy="2565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983" y="284815"/>
            <a:ext cx="2488367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Example 2.7</a:t>
            </a:r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87" y="4164150"/>
            <a:ext cx="6862655" cy="189187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0802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9008</TotalTime>
  <Words>78</Words>
  <Application>Microsoft Macintosh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TEMPLATES</vt:lpstr>
      <vt:lpstr>Template</vt:lpstr>
      <vt:lpstr>Template Functions</vt:lpstr>
      <vt:lpstr>PowerPoint Presentation</vt:lpstr>
      <vt:lpstr>Template Function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Classes</dc:title>
  <dc:creator>shahid qureshi</dc:creator>
  <cp:lastModifiedBy>Shahid Qureshi</cp:lastModifiedBy>
  <cp:revision>52</cp:revision>
  <dcterms:created xsi:type="dcterms:W3CDTF">2017-01-17T04:58:36Z</dcterms:created>
  <dcterms:modified xsi:type="dcterms:W3CDTF">2026-09-10T06:16:06Z</dcterms:modified>
</cp:coreProperties>
</file>